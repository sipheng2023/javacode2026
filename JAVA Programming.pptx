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1BEC-F372-E72B-8349-FB37C2AC8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D31BD-650D-6502-C366-DC9FFEBB9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E4F63-DA93-95CE-0FF4-C02C8923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89E61-7E7C-83F8-0E78-EC1FD8DC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3B3BB-7BA2-6D7A-7CBD-E312EF29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4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959E6-4BE0-4E81-DFA4-F3622101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2F3D-59D1-D67B-D5DF-D6A80028E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72387-F2A9-637F-6840-40F99484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EB9D2-AA6A-5CEB-6740-7ACD7B8C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174F3-DB7C-47BF-C270-487FD62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36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4CBB-F5F0-EA5E-9307-392CB8A8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68605-1C3E-1B85-BAC4-82AC1BCF2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A345F-86DC-C073-7B54-5BDEDF46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DEFF2-542F-863E-F1A0-5907EEFE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5D9A2-EBAB-EC3D-9B1E-ACF326D0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58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E012-1F6E-3627-E90E-6CA0DB5D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3BADE-4FA7-B94D-7AD2-E8DD42C8F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612D1-6BF2-60AA-B2B8-BFFB6BC01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CFBD9-2F4C-E2E7-2959-3962A05E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00AC7-F5A1-9764-A412-8FF3A2EE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C4D4B-8C19-2A76-1B41-4B89174A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0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6B67-1D77-E4C1-0BA2-69E82A27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0B240-26CC-139C-91E1-D47938C18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E9A24-FC44-511F-C8DC-B65543C2D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C309F-103B-24EE-1FD6-5771AACBB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95B0E-6447-7AB4-F1EF-5A49F2215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78101-0C6A-4942-A2C2-84C21BA0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298752-BB4A-A9CA-39BF-216D5E0E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CA068-612C-F88A-64EC-973E6DB4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7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CBC5-5970-FE1C-B6D3-C124A71C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2B642-0E9B-253E-1401-ED54FF56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6838E-7F2C-9456-B575-54FA146E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A67FF-CC48-76B9-CB39-ED1B2884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7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954FEE-6BAE-605E-CD94-7C82E611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24199-F50D-256F-B54E-165B7810F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18E74-6536-9B36-D7BD-A9193813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2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B95C-94B6-2C99-EC3C-87B91643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57C3-A241-4AC2-6793-5DEC220A6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D7B48-E05B-3CA2-4F41-E6CD3499C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C0810-E640-B315-1378-3DB97ECA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D49CD-8F01-095A-21DA-5ABB42897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E30D1-3F89-8EB4-1692-F491F98A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98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AA2C-E117-22CB-C936-684F2C7D0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F793B-E48C-DFB1-FA86-BBC8A28BC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B8109-CE22-5518-555F-4122CCD07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4FDDD-77F8-84B6-5385-C53C39BC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CA935-1809-661B-CB73-1776D7D5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6CD1D-8751-18CF-2F02-5D29861E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B62E-46A1-8489-79B9-0E43BC8F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7D305-B2F1-EE50-C397-76979E501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33134-7532-0703-5F05-8CFDE609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6DB1C-A347-71CB-2C77-7D020B59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5A9F7-0A6D-204B-D662-7483110A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8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93ACCD-F1D3-2521-2641-74F1A4BC27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7188C-4BDC-1DF6-3572-8DF9F4D54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26259-C92D-C023-1637-309C2B36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7F5A5-799F-994F-CA2F-132C4837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32A25-AF3F-3175-D2C5-40980C68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2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0B12F-B0AF-D292-DBAF-6EECC70F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B5C6C-D1A0-AB98-E416-38850030E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59F33-5E32-9217-98E6-1D1112B17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469DA-A2D2-4532-B687-C4D58469007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0703-DA13-6ED8-AA0E-ACFC3E864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7F85-FAA4-9B32-126D-54392DF3A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04D84-9075-4019-A798-ABE2EE157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1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E43B-5E6B-2718-511C-B9DC56E77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JAVA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D2515-EFB4-83AE-4FDB-CECD8484A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sipheng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7E7BA-6949-13A7-021F-6BB16FD1CA6F}"/>
              </a:ext>
            </a:extLst>
          </p:cNvPr>
          <p:cNvSpPr txBox="1"/>
          <p:nvPr/>
        </p:nvSpPr>
        <p:spPr>
          <a:xfrm>
            <a:off x="900113" y="498054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https://youtu.be/23HFxAPyJ9U?si=tpmrCWqt-bxvDRlt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08BD3-A8CF-3500-90CC-68180D48263D}"/>
              </a:ext>
            </a:extLst>
          </p:cNvPr>
          <p:cNvSpPr txBox="1"/>
          <p:nvPr/>
        </p:nvSpPr>
        <p:spPr>
          <a:xfrm>
            <a:off x="900113" y="582751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https://www.youtube.com/watch?v=H3DYXIt_irw</a:t>
            </a:r>
          </a:p>
        </p:txBody>
      </p:sp>
    </p:spTree>
    <p:extLst>
      <p:ext uri="{BB962C8B-B14F-4D97-AF65-F5344CB8AC3E}">
        <p14:creationId xmlns:p14="http://schemas.microsoft.com/office/powerpoint/2010/main" val="113473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1A0A3D-477C-71BA-DA77-9FC9277A6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795337"/>
            <a:ext cx="957262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08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040788-DEFC-8073-FC2F-5746F1A9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1219200"/>
            <a:ext cx="83534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7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61503D-A0FF-924C-A69A-6CA31639D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740" y="1085850"/>
            <a:ext cx="85725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8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ED8FC-4A16-51DA-275B-7C854DAD5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742950"/>
            <a:ext cx="987742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3C28B-1968-E70B-8776-7B197A3FB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409575"/>
            <a:ext cx="11744325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0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60720-5056-9CD0-1CA9-48FAC2702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838200"/>
            <a:ext cx="96678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27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E40129-79E3-0633-0459-38E91683D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57" y="588645"/>
            <a:ext cx="903922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5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52B9C-0285-5373-36F0-E516D8012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15265"/>
            <a:ext cx="7010400" cy="62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8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FFEF5-919D-8ED2-F448-D723048E1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2" y="914400"/>
            <a:ext cx="97059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3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3714C-EB21-AE44-BB34-7FF20C757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66" y="159725"/>
            <a:ext cx="7871867" cy="57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5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6ECA5A-AA58-DB41-4632-874359739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13" y="1620202"/>
            <a:ext cx="11035131" cy="4403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D71FFD-6B5F-183A-BCCC-198A954AE46D}"/>
              </a:ext>
            </a:extLst>
          </p:cNvPr>
          <p:cNvSpPr txBox="1"/>
          <p:nvPr/>
        </p:nvSpPr>
        <p:spPr>
          <a:xfrm>
            <a:off x="2526030" y="674370"/>
            <a:ext cx="1895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Sample code:</a:t>
            </a:r>
          </a:p>
        </p:txBody>
      </p:sp>
    </p:spTree>
    <p:extLst>
      <p:ext uri="{BB962C8B-B14F-4D97-AF65-F5344CB8AC3E}">
        <p14:creationId xmlns:p14="http://schemas.microsoft.com/office/powerpoint/2010/main" val="396935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05F417-2F52-9B97-1BF1-F774F6C1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013"/>
            <a:ext cx="12192000" cy="576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41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0092D-20C3-0317-482E-6F1429333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942"/>
            <a:ext cx="12192000" cy="640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28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29AAE1-B6F1-5307-A8A2-459B0FA9B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062"/>
            <a:ext cx="12192000" cy="56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24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BE06CD-DBC9-7D43-6CDB-44E92258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960624"/>
            <a:ext cx="9201150" cy="5438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084AF8-0E25-0CBC-7ACE-B3BFD0A4AA82}"/>
              </a:ext>
            </a:extLst>
          </p:cNvPr>
          <p:cNvSpPr txBox="1"/>
          <p:nvPr/>
        </p:nvSpPr>
        <p:spPr>
          <a:xfrm>
            <a:off x="3774141" y="385482"/>
            <a:ext cx="1253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Comments </a:t>
            </a:r>
          </a:p>
        </p:txBody>
      </p:sp>
    </p:spTree>
    <p:extLst>
      <p:ext uri="{BB962C8B-B14F-4D97-AF65-F5344CB8AC3E}">
        <p14:creationId xmlns:p14="http://schemas.microsoft.com/office/powerpoint/2010/main" val="1122130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D827B-F3AB-F634-0D61-8010C127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33362"/>
            <a:ext cx="11677650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24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8102-0D46-D0E0-7563-98C29B488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EEACE-8214-16F0-DFF9-59EF0A87C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76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A24F3-8AE7-1501-6724-7F2C8D359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95250"/>
            <a:ext cx="109823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72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07528-560A-B343-50BD-73405BA3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25" y="556875"/>
            <a:ext cx="10531625" cy="630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3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233829-475B-3E37-5280-7323569F0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71" y="670861"/>
            <a:ext cx="9462457" cy="551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36</Words>
  <Application>Microsoft Office PowerPoint</Application>
  <PresentationFormat>Widescreen</PresentationFormat>
  <Paragraphs>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JAVA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sipheng thongmany</dc:creator>
  <cp:lastModifiedBy>sipheng thongmany</cp:lastModifiedBy>
  <cp:revision>3</cp:revision>
  <dcterms:created xsi:type="dcterms:W3CDTF">2026-03-01T13:21:35Z</dcterms:created>
  <dcterms:modified xsi:type="dcterms:W3CDTF">2026-03-02T05:01:30Z</dcterms:modified>
</cp:coreProperties>
</file>